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df3f8448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df3f8448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df3f8448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df3f8448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df3f8448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df3f8448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df3f8448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df3f8448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Airline Reservation System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Samarth Sunil Navale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</a:t>
            </a:r>
            <a:r>
              <a:rPr lang="en-GB"/>
              <a:t>Mind map</a:t>
            </a:r>
            <a:r>
              <a:rPr lang="en-GB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Problem Statement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Airline reservation systems manage flight schedules, seat availability, and passenger bookings. Manual management can lead to errors such as </a:t>
            </a:r>
            <a:r>
              <a:rPr b="1" lang="en-GB" sz="1100">
                <a:solidFill>
                  <a:schemeClr val="dk1"/>
                </a:solidFill>
              </a:rPr>
              <a:t>overbooking, duplicate seat allocation, and poor reservation tracking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This project develops a console-based Airline Reservation System using C++.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Key Focus: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Manage </a:t>
            </a:r>
            <a:r>
              <a:rPr b="1" lang="en-GB" sz="1100">
                <a:solidFill>
                  <a:schemeClr val="dk1"/>
                </a:solidFill>
              </a:rPr>
              <a:t>flight information</a:t>
            </a:r>
            <a:r>
              <a:rPr lang="en-GB" sz="1100">
                <a:solidFill>
                  <a:schemeClr val="dk1"/>
                </a:solidFill>
              </a:rPr>
              <a:t> (flight number, source, destination, seat capacity)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Allow passengers to </a:t>
            </a:r>
            <a:r>
              <a:rPr b="1" lang="en-GB" sz="1100">
                <a:solidFill>
                  <a:schemeClr val="dk1"/>
                </a:solidFill>
              </a:rPr>
              <a:t>book and cancel seats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Track reservations using a </a:t>
            </a:r>
            <a:r>
              <a:rPr b="1" lang="en-GB" sz="1100">
                <a:solidFill>
                  <a:schemeClr val="dk1"/>
                </a:solidFill>
              </a:rPr>
              <a:t>unique PNR number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Display </a:t>
            </a:r>
            <a:r>
              <a:rPr b="1" lang="en-GB" sz="1100">
                <a:solidFill>
                  <a:schemeClr val="dk1"/>
                </a:solidFill>
              </a:rPr>
              <a:t>seat availability and booking records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system demonstrates how </a:t>
            </a:r>
            <a:r>
              <a:rPr b="1" lang="en-GB" sz="1100">
                <a:solidFill>
                  <a:schemeClr val="dk1"/>
                </a:solidFill>
              </a:rPr>
              <a:t>basic programming concepts like classes, arrays, loops, and conditional logic</a:t>
            </a:r>
            <a:r>
              <a:rPr lang="en-GB" sz="1100">
                <a:solidFill>
                  <a:schemeClr val="dk1"/>
                </a:solidFill>
              </a:rPr>
              <a:t> can be used to simulate real-world reservation management.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Solution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 </a:t>
            </a:r>
            <a:r>
              <a:rPr b="1" lang="en-GB" sz="1100">
                <a:solidFill>
                  <a:schemeClr val="dk1"/>
                </a:solidFill>
              </a:rPr>
              <a:t>console-based Airline Reservation System</a:t>
            </a:r>
            <a:r>
              <a:rPr lang="en-GB" sz="1100">
                <a:solidFill>
                  <a:schemeClr val="dk1"/>
                </a:solidFill>
              </a:rPr>
              <a:t> was developed in C++ to simulate basic airline booking operations and manage seat allocation efficiently.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System Features: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Store and manage </a:t>
            </a:r>
            <a:r>
              <a:rPr b="1" lang="en-GB" sz="1100">
                <a:solidFill>
                  <a:schemeClr val="dk1"/>
                </a:solidFill>
              </a:rPr>
              <a:t>multiple flight records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Display </a:t>
            </a:r>
            <a:r>
              <a:rPr b="1" lang="en-GB" sz="1100">
                <a:solidFill>
                  <a:schemeClr val="dk1"/>
                </a:solidFill>
              </a:rPr>
              <a:t>flight schedules and seat availability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Allow passengers to </a:t>
            </a:r>
            <a:r>
              <a:rPr b="1" lang="en-GB" sz="1100">
                <a:solidFill>
                  <a:schemeClr val="dk1"/>
                </a:solidFill>
              </a:rPr>
              <a:t>book seats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Generate a </a:t>
            </a:r>
            <a:r>
              <a:rPr b="1" lang="en-GB" sz="1100">
                <a:solidFill>
                  <a:schemeClr val="dk1"/>
                </a:solidFill>
              </a:rPr>
              <a:t>unique PNR for each reservation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Enable </a:t>
            </a:r>
            <a:r>
              <a:rPr b="1" lang="en-GB" sz="1100">
                <a:solidFill>
                  <a:schemeClr val="dk1"/>
                </a:solidFill>
              </a:rPr>
              <a:t>booking cancellation using PNR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Show </a:t>
            </a:r>
            <a:r>
              <a:rPr b="1" lang="en-GB" sz="1100">
                <a:solidFill>
                  <a:schemeClr val="dk1"/>
                </a:solidFill>
              </a:rPr>
              <a:t>seat map and passenger booking details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system uses </a:t>
            </a:r>
            <a:r>
              <a:rPr b="1" lang="en-GB" sz="1100">
                <a:solidFill>
                  <a:schemeClr val="dk1"/>
                </a:solidFill>
              </a:rPr>
              <a:t>object-oriented programming, arrays, and menu-driven interaction</a:t>
            </a:r>
            <a:r>
              <a:rPr lang="en-GB" sz="1100">
                <a:solidFill>
                  <a:schemeClr val="dk1"/>
                </a:solidFill>
              </a:rPr>
              <a:t> to manage reservations and update seat availability dynamically.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190825" y="295975"/>
            <a:ext cx="863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3. </a:t>
            </a:r>
            <a:r>
              <a:rPr lang="en-GB"/>
              <a:t>Working (Mind map)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Conclusion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project successfully implements a </a:t>
            </a:r>
            <a:r>
              <a:rPr b="1" lang="en-GB" sz="1100">
                <a:solidFill>
                  <a:schemeClr val="dk1"/>
                </a:solidFill>
              </a:rPr>
              <a:t>basic Airline Reservation System using C++</a:t>
            </a:r>
            <a:r>
              <a:rPr lang="en-GB" sz="1100">
                <a:solidFill>
                  <a:schemeClr val="dk1"/>
                </a:solidFill>
              </a:rPr>
              <a:t> that manages flights, seat allocation, and passenger bookings.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Key Outcomes: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Efficient </a:t>
            </a:r>
            <a:r>
              <a:rPr b="1" lang="en-GB" sz="1100">
                <a:solidFill>
                  <a:schemeClr val="dk1"/>
                </a:solidFill>
              </a:rPr>
              <a:t>seat booking and cancellation system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Unique </a:t>
            </a:r>
            <a:r>
              <a:rPr b="1" lang="en-GB" sz="1100">
                <a:solidFill>
                  <a:schemeClr val="dk1"/>
                </a:solidFill>
              </a:rPr>
              <a:t>PNR-based reservation tracking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Dynamic </a:t>
            </a:r>
            <a:r>
              <a:rPr b="1" lang="en-GB" sz="1100">
                <a:solidFill>
                  <a:schemeClr val="dk1"/>
                </a:solidFill>
              </a:rPr>
              <a:t>seat availability updates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Clear </a:t>
            </a:r>
            <a:r>
              <a:rPr b="1" lang="en-GB" sz="1100">
                <a:solidFill>
                  <a:schemeClr val="dk1"/>
                </a:solidFill>
              </a:rPr>
              <a:t>menu-driven user interaction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 system demonstrates how </a:t>
            </a:r>
            <a:r>
              <a:rPr b="1" lang="en-GB" sz="1100">
                <a:solidFill>
                  <a:schemeClr val="dk1"/>
                </a:solidFill>
              </a:rPr>
              <a:t>fundamental programming concepts such as classes, arrays, loops, and conditional logic</a:t>
            </a:r>
            <a:r>
              <a:rPr lang="en-GB" sz="1100">
                <a:solidFill>
                  <a:schemeClr val="dk1"/>
                </a:solidFill>
              </a:rPr>
              <a:t> can be applied to build a functional reservation management system.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1" name="Google Shape;91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